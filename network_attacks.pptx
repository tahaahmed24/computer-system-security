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17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955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486400" cy="5486400"/>
          </a:xfrm>
          <a:prstGeom prst="ellipse">
            <a:avLst/>
          </a:prstGeom>
          <a:solidFill>
            <a:srgbClr val="19304A"/>
          </a:solidFill>
          <a:ln w="12700">
            <a:solidFill>
              <a:srgbClr val="19304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Shape 1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ATTACKS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DEFENCE STRATEGIES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114800" cy="27432"/>
          </a:xfrm>
          <a:prstGeom prst="rect">
            <a:avLst/>
          </a:prstGeom>
          <a:solidFill>
            <a:srgbClr val="B0C4D8">
              <a:alpha val="40000"/>
            </a:srgbClr>
          </a:solidFill>
          <a:ln w="12700">
            <a:solidFill>
              <a:srgbClr val="B0C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attack-defence pairs covered in this deck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64592" cy="1645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Network Scan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73552"/>
            <a:ext cx="164592" cy="1645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777240" y="327355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SSH / FTP Brute-force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21024"/>
            <a:ext cx="164592" cy="1645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777240" y="362102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Reflected DDoS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164592" cy="1645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777240" y="396849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ARP Cache Poisoning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164592" cy="16459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777240" y="43159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Botnet C2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874520" y="2331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ATTACKS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645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· Port Discovery · Topology Mapping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987552"/>
            <a:ext cx="8046720" cy="22860"/>
          </a:xfrm>
          <a:prstGeom prst="rect">
            <a:avLst/>
          </a:prstGeom>
          <a:solidFill>
            <a:srgbClr val="B0C4D8">
              <a:alpha val="30000"/>
            </a:srgbClr>
          </a:solidFill>
          <a:ln w="12700">
            <a:solidFill>
              <a:srgbClr val="B0C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685800" y="1115568"/>
            <a:ext cx="3886200" cy="3520440"/>
          </a:xfrm>
          <a:prstGeom prst="rect">
            <a:avLst/>
          </a:prstGeom>
          <a:solidFill>
            <a:srgbClr val="2A1215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685800" y="1115568"/>
            <a:ext cx="38862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777240" y="1143000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 ATTACK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170992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D1515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Transport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0" y="1709928"/>
            <a:ext cx="2148840" cy="292608"/>
          </a:xfrm>
          <a:prstGeom prst="roundRect">
            <a:avLst>
              <a:gd name="adj" fmla="val 15625"/>
            </a:avLst>
          </a:prstGeom>
          <a:solidFill>
            <a:srgbClr val="3D1515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2286000" y="170992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Stealth Scan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internet (10.2.0.x) — sends TCP SYN packets using Scapy's sr1().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4 DMZ servers — http (10.12.0.10), dns (10.12.0.20), ftp (10.12.0.30), ws (10.12.0.40).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Probed ports: 20, 21, 22, 53, 80, 443, 3306, 5353, 8080 — SYN-ACK means open; RST tears it down immediately (half-open, no log entry).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map which services are running on each DMZ host before launching targeted attacks.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115568"/>
            <a:ext cx="3977640" cy="3520440"/>
          </a:xfrm>
          <a:prstGeom prst="rect">
            <a:avLst/>
          </a:prstGeom>
          <a:solidFill>
            <a:srgbClr val="0E2318"/>
          </a:solidFill>
          <a:ln w="1905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4754880" y="1115568"/>
            <a:ext cx="397764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4846320" y="114300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DEFENCE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700784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 router r2 — the internet-facing gateway to the DMZ.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nftables syn_flood meter: per-source-IP SYN rate capped at 5 new connections/minute (60s window); excess packets dropped.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inserted before the permissive forward rules so it takes effect first.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allowed through r2: only 10.1.0.0/24 (LAN) and 10.2.0.0/24 (internet) to DMZ 10.12.0.0/24; all else dropped by default policy.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874520" y="2331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ATTACKS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645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/ FTP BRUTE-FORCE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 · Automated Login Attempts · Port 21 &amp; 22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987552"/>
            <a:ext cx="8046720" cy="22860"/>
          </a:xfrm>
          <a:prstGeom prst="rect">
            <a:avLst/>
          </a:prstGeom>
          <a:solidFill>
            <a:srgbClr val="B0C4D8">
              <a:alpha val="30000"/>
            </a:srgbClr>
          </a:solidFill>
          <a:ln w="12700">
            <a:solidFill>
              <a:srgbClr val="B0C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685800" y="1115568"/>
            <a:ext cx="3886200" cy="3520440"/>
          </a:xfrm>
          <a:prstGeom prst="rect">
            <a:avLst/>
          </a:prstGeom>
          <a:solidFill>
            <a:srgbClr val="2A1215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685800" y="1115568"/>
            <a:ext cx="38862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777240" y="1143000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 ATTACK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170992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D1515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Transport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0" y="1709928"/>
            <a:ext cx="2148840" cy="292608"/>
          </a:xfrm>
          <a:prstGeom prst="roundRect">
            <a:avLst>
              <a:gd name="adj" fmla="val 15625"/>
            </a:avLst>
          </a:prstGeom>
          <a:solidFill>
            <a:srgbClr val="3D1515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2286000" y="170992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Brute-force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internet node — targets ws (10.12.0.40) on port 22 (SSH) and port 21 (FTP).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opens a TCP socket per credential pair (1s delay between attempts), generating repeated SYN handshakes visible in packet captures.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wordlists (e.g. RockYou) and default credentials; timing differences on responses can reveal valid usernames.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Slow-and-low variant: 9 attempts/min evades a 10/min threshold indefinitely.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115568"/>
            <a:ext cx="3977640" cy="3520440"/>
          </a:xfrm>
          <a:prstGeom prst="rect">
            <a:avLst/>
          </a:prstGeom>
          <a:solidFill>
            <a:srgbClr val="0E2318"/>
          </a:solidFill>
          <a:ln w="1905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4754880" y="1115568"/>
            <a:ext cx="397764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4846320" y="114300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DEFENCE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700784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 r2 using nftables insert rules (before existing forwarding rules).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ssh_meter: tcp dport 22 — drop source IPs exceeding 5 new connections/min (60s window).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ftp_meter: tcp dport 21 — same threshold applied independently.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ct state new connections are counted — active SSH/FTP sessions are not disrupted.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Complement: Fail2ban for permanent bans; SSH key auth to eliminate password surface entirely.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874520" y="2331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ATTACKS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645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DDOS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Amplification · IP Spoofing · Bandwidth Exhaustion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987552"/>
            <a:ext cx="8046720" cy="22860"/>
          </a:xfrm>
          <a:prstGeom prst="rect">
            <a:avLst/>
          </a:prstGeom>
          <a:solidFill>
            <a:srgbClr val="B0C4D8">
              <a:alpha val="30000"/>
            </a:srgbClr>
          </a:solidFill>
          <a:ln w="12700">
            <a:solidFill>
              <a:srgbClr val="B0C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685800" y="1115568"/>
            <a:ext cx="3886200" cy="3520440"/>
          </a:xfrm>
          <a:prstGeom prst="rect">
            <a:avLst/>
          </a:prstGeom>
          <a:solidFill>
            <a:srgbClr val="2A1215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685800" y="1115568"/>
            <a:ext cx="38862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777240" y="1143000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 ATTACK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170992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D1515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Network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0" y="1709928"/>
            <a:ext cx="2148840" cy="292608"/>
          </a:xfrm>
          <a:prstGeom prst="roundRect">
            <a:avLst>
              <a:gd name="adj" fmla="val 15625"/>
            </a:avLst>
          </a:prstGeom>
          <a:solidFill>
            <a:srgbClr val="3D1515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2286000" y="170992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Amplification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Attacker: internet (10.2.0.2) — spoofs src IP as ws3 (10.1.0.3) in Scapy packets.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Reflector: dns (10.12.0.20:5353) — receives 5,000 spoofed DNS ANY queries and replies to the victim.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Victim: ws3 (10.1.0.3) — flooded with amplified responses (10–70× larger, ~40B query → hundreds of bytes reply) it never sent.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subdomains per query (10–60 chars) bypass DNS caching, forcing full resolution every time.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115568"/>
            <a:ext cx="3977640" cy="3520440"/>
          </a:xfrm>
          <a:prstGeom prst="rect">
            <a:avLst/>
          </a:prstGeom>
          <a:solidFill>
            <a:srgbClr val="0E2318"/>
          </a:solidFill>
          <a:ln w="1905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4754880" y="1115568"/>
            <a:ext cx="397764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4846320" y="114300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DEFENCE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700784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 r2, interface r2-eth0 (internet-facing).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BCP38 ingress filter: nft insert rule drops any packet arriving on r2-eth0 that claims src in 10.1.0.0/24 or 10.12.0.0/24.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blocks the spoofed packets at r2 before they reach the dns reflector — no reflection possible.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Complementary: DNS RRL on dns (10.12.0.20) limits replies per destination; disable ANY (qtype=255) on the resolver.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874520" y="2331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ATTACKS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645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CACHE POISONING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MitM · Unsolicited ARP Replies · DMZ Subnet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987552"/>
            <a:ext cx="8046720" cy="22860"/>
          </a:xfrm>
          <a:prstGeom prst="rect">
            <a:avLst/>
          </a:prstGeom>
          <a:solidFill>
            <a:srgbClr val="B0C4D8">
              <a:alpha val="30000"/>
            </a:srgbClr>
          </a:solidFill>
          <a:ln w="12700">
            <a:solidFill>
              <a:srgbClr val="B0C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685800" y="1115568"/>
            <a:ext cx="3886200" cy="3520440"/>
          </a:xfrm>
          <a:prstGeom prst="rect">
            <a:avLst/>
          </a:prstGeom>
          <a:solidFill>
            <a:srgbClr val="2A1215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685800" y="1115568"/>
            <a:ext cx="38862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777240" y="1143000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 ATTACK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170992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D1515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Data Link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0" y="1709928"/>
            <a:ext cx="2148840" cy="292608"/>
          </a:xfrm>
          <a:prstGeom prst="roundRect">
            <a:avLst>
              <a:gd name="adj" fmla="val 15625"/>
            </a:avLst>
          </a:prstGeom>
          <a:solidFill>
            <a:srgbClr val="3D1515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2286000" y="170992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Spoofing / MitM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(DMZ host) sends gratuitous ARP op=2 replies every 0.5s — no request needed.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Poisons r1 (10.12.0.1): claims attacker MAC = r2's IP (10.12.0.2).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Poisons r2 (10.12.0.2): claims attacker MAC = r1's IP (10.12.0.1).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r1↔r2 traffic on the 10.12.0.0/24 subnet is redirected through the attacker (MitM). ARP has zero authentication.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115568"/>
            <a:ext cx="3977640" cy="3520440"/>
          </a:xfrm>
          <a:prstGeom prst="rect">
            <a:avLst/>
          </a:prstGeom>
          <a:solidFill>
            <a:srgbClr val="0E2318"/>
          </a:solidFill>
          <a:ln w="1905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4754880" y="1115568"/>
            <a:ext cx="397764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4846320" y="114300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DEFENCE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700784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arp_whitelist.py on r1 (--iface r1-eth12) and r2 (--iface r2-eth12) at startup.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ARP-scans 10.12.0.0/24, discovers legitimate IP→MAC pairs, generates nftables netdev ingress rules whitelisting only those bindings.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ARP reply with a mismatched or unknown MAC is dropped at the ingress hook before it reaches the kernel.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ARP entries (nud permanent) written to kernel table — spoofed replies cannot overwrite locked mappings even if they bypass the filter.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0" y="182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 rot="16200000">
            <a:off x="-1874520" y="2331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3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ATTACKS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16459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C2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65836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&amp; Control · Outbound HTTP Polling · Firewall Evasion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987552"/>
            <a:ext cx="8046720" cy="22860"/>
          </a:xfrm>
          <a:prstGeom prst="rect">
            <a:avLst/>
          </a:prstGeom>
          <a:solidFill>
            <a:srgbClr val="B0C4D8">
              <a:alpha val="30000"/>
            </a:srgbClr>
          </a:solidFill>
          <a:ln w="12700">
            <a:solidFill>
              <a:srgbClr val="B0C4D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685800" y="1115568"/>
            <a:ext cx="3886200" cy="3520440"/>
          </a:xfrm>
          <a:prstGeom prst="rect">
            <a:avLst/>
          </a:prstGeom>
          <a:solidFill>
            <a:srgbClr val="2A1215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Shape 7"/>
          <p:cNvSpPr/>
          <p:nvPr/>
        </p:nvSpPr>
        <p:spPr>
          <a:xfrm>
            <a:off x="685800" y="1115568"/>
            <a:ext cx="38862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777240" y="1143000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  ATTACK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1709928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3D1515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822960" y="17099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 — Application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0" y="1709928"/>
            <a:ext cx="2148840" cy="292608"/>
          </a:xfrm>
          <a:prstGeom prst="roundRect">
            <a:avLst>
              <a:gd name="adj" fmla="val 15625"/>
            </a:avLst>
          </a:prstGeom>
          <a:solidFill>
            <a:srgbClr val="3D1515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2286000" y="1709928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HTTP-based C2 Polling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3611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Botmaster: internet (10.2.0.2) — HTTP POSTs commands to C2 at http (10.12.0.10:8080).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Bots: ws2 (10.1.0.2) and ws3 (10.1.0.3) — poll GET /command every 2s, run shell commands, POST results to /result.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bot connections are outbound (LAN→DMZ), exploiting r1's blanket accept for 10.1.0.0/24. Return traffic handled by ct state established,related — no inbound rules needed.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 is not blocked by default, making it an invisible C2 channel.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115568"/>
            <a:ext cx="3977640" cy="3520440"/>
          </a:xfrm>
          <a:prstGeom prst="rect">
            <a:avLst/>
          </a:prstGeom>
          <a:solidFill>
            <a:srgbClr val="0E2318"/>
          </a:solidFill>
          <a:ln w="1905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Shape 15"/>
          <p:cNvSpPr/>
          <p:nvPr/>
        </p:nvSpPr>
        <p:spPr>
          <a:xfrm>
            <a:off x="4754880" y="1115568"/>
            <a:ext cx="3977640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4846320" y="114300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DEFENCE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700784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 r1 — the LAN-to-DMZ gateway — using three nft insert rules (reverse order).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(accept): LAN→DMZ TCP on trusted ports {21, 22, 80} only.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(accept): LAN→DMZ UDP on trusted ports {5353, 123} only.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 (drop): all other new TCP/UDP from 10.1.0.0/24 to 10.12.0.0/24 — blocks port 8080 C2 polling.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Extra: rate-limit port 80 at 10 new conns/min to disrupt polling even if C2 migrates to standard HTTP.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484632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1020</Words>
  <Application>Microsoft Office PowerPoint</Application>
  <PresentationFormat>On-screen Show (16:9)</PresentationFormat>
  <Paragraphs>101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Attacks &amp; Defences</dc:title>
  <dc:subject>PptxGenJS Presentation</dc:subject>
  <dc:creator>PptxGenJS</dc:creator>
  <cp:lastModifiedBy>TAHA Ahmed</cp:lastModifiedBy>
  <cp:revision>1</cp:revision>
  <dcterms:created xsi:type="dcterms:W3CDTF">2026-04-26T16:48:20Z</dcterms:created>
  <dcterms:modified xsi:type="dcterms:W3CDTF">2026-05-06T15:58:48Z</dcterms:modified>
</cp:coreProperties>
</file>